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Website</c:v>
                  </c:pt>
                  <c:pt idx="1">
                    <c:v>Branding</c:v>
                  </c:pt>
                  <c:pt idx="2">
                    <c:v>Office</c:v>
                  </c:pt>
                  <c:pt idx="3">
                    <c:v>Events</c:v>
                  </c:pt>
                  <c:pt idx="4">
                    <c:v>Vocal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8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PRACTICE PLAYGROUND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509760" y="256032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6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practice deck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3200400" cy="3200400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1920240"/>
            <a:ext cx="2468880" cy="2468880"/>
          </a:xfrm>
          <a:prstGeom prst="ellipse">
            <a:avLst/>
          </a:prstGeom>
          <a:solidFill>
            <a:srgbClr val="FCE7F3">
              <a:alpha val="95000"/>
            </a:srgbClr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536192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🎨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6766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PowerPoint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</a:rPr>
              <a:t>Practice Playground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470"/>
                </a:solidFill>
              </a:rPr>
              <a:t>A colorful, editable deck built for experimenting — not being perfect.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3886200"/>
            <a:ext cx="1508760" cy="310896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LAYOUTS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31720" y="3886200"/>
            <a:ext cx="1508760" cy="310896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DB2777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B2777"/>
                </a:solidFill>
              </a:rPr>
              <a:t>SHAPES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005072" y="3886200"/>
            <a:ext cx="1508760" cy="310896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14B8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</a:rPr>
              <a:t>CHARTS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78424" y="3886200"/>
            <a:ext cx="1508760" cy="310896"/>
          </a:xfrm>
          <a:prstGeom prst="rect">
            <a:avLst/>
          </a:prstGeom>
          <a:solidFill>
            <a:srgbClr val="FFFFFF">
              <a:alpha val="90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ANIMATION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4709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Save a copy. Change everything. Undo often.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START HERE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How to practice with this deck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Each slide gives you something specific to change.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92608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1 — Copy the slide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3401568"/>
            <a:ext cx="1920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Duplicate before you experiment.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F1F7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2926080"/>
            <a:ext cx="73152" cy="1554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2 — Change one thing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22192" y="3401568"/>
            <a:ext cx="1920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Font, color, size, spacing, image, chart, or layout.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7432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926080"/>
            <a:ext cx="73152" cy="1554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3 — Compare versions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3401568"/>
            <a:ext cx="1920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Which version communicates the idea faster?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0" y="274320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FFF1F7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08592" y="2926080"/>
            <a:ext cx="73152" cy="15544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4 — Undo &amp; rebuild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91472" y="3401568"/>
            <a:ext cx="19202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Practice the feature more than once.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5257800"/>
            <a:ext cx="1014984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PLAYGROUND RULE: If you are afraid to mess it up, you are using the wrong copy.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Typography Lab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Practice hierarchy, font size, weight, and spacing.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265176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BIG IDEA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340156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470"/>
                </a:solidFill>
              </a:rPr>
              <a:t>A supporting sentence should be easy to scan, not compete with the headline.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</a:rPr>
              <a:t>TRY THIS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2926080"/>
            <a:ext cx="4663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Change BIG IDEA to a different font.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Make the subtitle smaller, then larger.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Adjust character spacing.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Try left, center, and right alignment.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Use only two font sizes on a duplicate slide.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Shape Playground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Practice fills, borders, shadows, alignment, and grouping.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011680" cy="1417320"/>
          </a:xfrm>
          <a:prstGeom prst="roundRect">
            <a:avLst/>
          </a:prstGeom>
          <a:solidFill>
            <a:srgbClr val="7C3AED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MOVE 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743200"/>
            <a:ext cx="2011680" cy="1417320"/>
          </a:xfrm>
          <a:prstGeom prst="ellipse">
            <a:avLst/>
          </a:prstGeom>
          <a:solidFill>
            <a:srgbClr val="DB2777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67328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RESIZE 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0"/>
            <a:ext cx="2011680" cy="1417320"/>
          </a:xfrm>
          <a:prstGeom prst="roundRect">
            <a:avLst/>
          </a:prstGeom>
          <a:solidFill>
            <a:srgbClr val="14B8A6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RECOLOR 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52560" y="2743200"/>
            <a:ext cx="2011680" cy="141732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253728" y="326440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GROUP 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48920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Challenge: turn these four shapes into a clean process diagram using Align → Distribute Horizontally.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Layout Makeover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Redesign the same content without changing the words.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51206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74320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Version A — basic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272" y="3218688"/>
            <a:ext cx="4526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Our service helps busy clients organize documents, design materials, and move projects forward.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• Fast communication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• Clear deliverables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• Professional results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2560320"/>
            <a:ext cx="5120640" cy="246888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743200"/>
            <a:ext cx="73152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Your Version 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3218688"/>
            <a:ext cx="45262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Duplicate this slide. Rebuild the content using a completely different layout: split screen, big-number style, cards, timeline, or image-led design.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Image &amp; Crop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Use any photo on your computer. Replace these placeholders.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3246120" cy="20574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429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CROP TO FILL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2651760"/>
            <a:ext cx="3246120" cy="20574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3429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CROP TO SHAPE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651760"/>
            <a:ext cx="3246120" cy="2057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342900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ADD A FRAME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5166360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Practice: Insert → Pictures. Then use Picture Format → Crop. Keep faces and important details away from edges.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Chart Practice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Edit the data, change the chart, and make the message obvious.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514600"/>
          <a:ext cx="56692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2514600"/>
            <a:ext cx="4480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31152" y="2697480"/>
            <a:ext cx="73152" cy="2697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14032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TRY THIS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14032" y="3172968"/>
            <a:ext cx="3886200" cy="2240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1. Change to a column chart.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2. Change one data value.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3. Highlight the biggest category.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4. Remove clutter.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5. Add a takeaway headline above the chart.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Build a Timeline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Practice guides, connector lines, icons, and consistent spacing.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43000" y="3749040"/>
            <a:ext cx="9784080" cy="0"/>
          </a:xfrm>
          <a:prstGeom prst="line">
            <a:avLst/>
          </a:prstGeom>
          <a:noFill/>
          <a:ln w="50800">
            <a:solidFill>
              <a:srgbClr val="C4B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3520440"/>
            <a:ext cx="384048" cy="384048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IDEA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3520440"/>
            <a:ext cx="384048" cy="384048"/>
          </a:xfrm>
          <a:prstGeom prst="ellipse">
            <a:avLst/>
          </a:prstGeom>
          <a:solidFill>
            <a:srgbClr val="DB27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90672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DRAFT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61304" y="3520440"/>
            <a:ext cx="384048" cy="384048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REVIEW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11896" y="3520440"/>
            <a:ext cx="384048" cy="384048"/>
          </a:xfrm>
          <a:prstGeom prst="ellipse">
            <a:avLst/>
          </a:prstGeom>
          <a:solidFill>
            <a:srgbClr val="DB277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91856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REVISE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762488" y="3520440"/>
            <a:ext cx="384048" cy="384048"/>
          </a:xfrm>
          <a:prstGeom prst="ellipse">
            <a:avLst/>
          </a:prstGeom>
          <a:solidFill>
            <a:srgbClr val="7C3AE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2448" y="4069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DELIVER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50292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470"/>
                </a:solidFill>
              </a:rPr>
              <a:t>Challenge: add dates, icons, or short descriptions without making the slide feel crowded.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Pretend Business Pitch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Practice using one clear message per slide.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788920"/>
            <a:ext cx="73152" cy="2148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8992" y="3264408"/>
            <a:ext cx="278892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Busy people need help turning ideas into organized, polished materials.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260604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2788920"/>
            <a:ext cx="73152" cy="21488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73752" y="3264408"/>
            <a:ext cx="278892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A flexible creative and office-support service that meets them where they are.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260604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FFF7ED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5632" y="278892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8512" y="2834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YOUR JOB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68512" y="3264408"/>
            <a:ext cx="278892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B6470"/>
                </a:solidFill>
              </a:rPr>
              <a:t>Duplicate this slide and turn each block into its own full slide.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EXERCISE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Animation Planning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PowerPoint animation itself must be added in PowerPoint, so use this slide as your plan.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2514600"/>
            <a:ext cx="10195560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6517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5448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Headline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3800" y="2615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470"/>
                </a:solidFill>
              </a:rPr>
              <a:t>Fade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27832"/>
            <a:ext cx="10195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336499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Main visual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33284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470"/>
                </a:solidFill>
              </a:rPr>
              <a:t>Appear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941064"/>
            <a:ext cx="10195560" cy="530352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07822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54480" y="40416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Bullet group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54380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470"/>
                </a:solidFill>
              </a:rPr>
              <a:t>Wipe from left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4654296"/>
            <a:ext cx="1019556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7914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B2777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Call to action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3800" y="4754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470"/>
                </a:solidFill>
              </a:rPr>
              <a:t>Fade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FINAL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Make this slide look completely different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Keep the message, redesign everything else.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</a:rPr>
              <a:t>CREATIVE NIGHT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3474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B2777"/>
                </a:solidFill>
              </a:rPr>
              <a:t>Friday · 6:00 PM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40690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Design challenge · mini coding lab · music break · idea wall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2560320"/>
            <a:ext cx="4480560" cy="25146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3520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3AED"/>
                </a:solidFill>
              </a:rPr>
              <a:t>YOUR REDESIGN AREA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7315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B2777"/>
                </a:solidFill>
              </a:rPr>
              <a:t>KEEP GOING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PowerPoint skills checklist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</a:rPr>
              <a:t>Mark these off as you get comfortable.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Create &amp; duplicate slides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044952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136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Change layout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575304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666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Use guides &amp; alignment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105656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197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Edit theme colors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636008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4727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Format text hierarchy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166360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5257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Insert/crop pictures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514600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Build charts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044952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31363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Use shapes &amp; icons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575304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667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Group objects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05656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19709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Edit Slide Master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4636008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727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Add transitions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5166360"/>
            <a:ext cx="4983480" cy="393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DD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5257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☐ Add simple animations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97280" y="5897880"/>
            <a:ext cx="9966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The goal is not to memorize every button. The goal is to know what is possible and feel comfortable experimenting.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6B8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Personal Learning Copy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Practice Playground</dc:title>
  <dc:subject>Microsoft PowerPoint practice deck</dc:subject>
  <dc:creator>OpenAI</dc:creator>
  <cp:lastModifiedBy>OpenAI</cp:lastModifiedBy>
  <cp:revision>1</cp:revision>
  <dcterms:created xsi:type="dcterms:W3CDTF">2026-09-26T17:34:47Z</dcterms:created>
  <dcterms:modified xsi:type="dcterms:W3CDTF">2026-09-26T17:34:47Z</dcterms:modified>
</cp:coreProperties>
</file>